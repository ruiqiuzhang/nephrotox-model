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a5e0c7c2c4d3f" /><Relationship Type="http://schemas.openxmlformats.org/officeDocument/2006/relationships/extended-properties" Target="/docProps/app.xml" Id="R7f5694e12e2942d1" /><Relationship Type="http://schemas.openxmlformats.org/officeDocument/2006/relationships/officeDocument" Target="/ppt/presentation.xml" Id="Rf11687ca7b2247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ef1589d2764bf0"/>
  </p:sldMasterIdLst>
  <p:notesMasterIdLst>
    <p:notesMasterId xmlns:r="http://schemas.openxmlformats.org/officeDocument/2006/relationships" r:id="R35d6bca714114a0a"/>
  </p:notesMasterIdLst>
  <p:sldIdLst>
    <p:sldId xmlns:r="http://schemas.openxmlformats.org/officeDocument/2006/relationships" id="256" r:id="Red5d79beb5ff4a00"/>
    <p:sldId xmlns:r="http://schemas.openxmlformats.org/officeDocument/2006/relationships" id="257" r:id="Rd6a43ee8133d4398"/>
    <p:sldId xmlns:r="http://schemas.openxmlformats.org/officeDocument/2006/relationships" id="258" r:id="R1b83fb31ffb24834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a75079adf241a9" /><Relationship Type="http://schemas.openxmlformats.org/officeDocument/2006/relationships/slideMaster" Target="/ppt/slideMasters/slideMaster1.xml" Id="R53ef1589d2764bf0" /><Relationship Type="http://schemas.openxmlformats.org/officeDocument/2006/relationships/notesMaster" Target="/ppt/notesMasters/notesMaster1.xml" Id="R35d6bca714114a0a" /><Relationship Type="http://schemas.openxmlformats.org/officeDocument/2006/relationships/presProps" Target="/ppt/presProps.xml" Id="R913082651e204ea2" /><Relationship Type="http://schemas.openxmlformats.org/officeDocument/2006/relationships/tableStyles" Target="/ppt/tableStyles.xml" Id="R63f7ef9b227f4da7" /><Relationship Type="http://schemas.openxmlformats.org/officeDocument/2006/relationships/slide" Target="/ppt/slides/slide1.xml" Id="Red5d79beb5ff4a00" /><Relationship Type="http://schemas.openxmlformats.org/officeDocument/2006/relationships/slide" Target="/ppt/slides/slide2.xml" Id="Rd6a43ee8133d4398" /><Relationship Type="http://schemas.openxmlformats.org/officeDocument/2006/relationships/slide" Target="/ppt/slides/slide3.xml" Id="R1b83fb31ffb248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db14044a94b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1dd4d87fcc469a" /><Relationship Type="http://schemas.openxmlformats.org/officeDocument/2006/relationships/notesMaster" Target="/ppt/notesMasters/notesMaster1.xml" Id="R1ec5a0d6696c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20bfafddf54c46" /><Relationship Type="http://schemas.openxmlformats.org/officeDocument/2006/relationships/notesMaster" Target="/ppt/notesMasters/notesMaster1.xml" Id="Rf0cf7f4aba1e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4e77037fb4c1d" /><Relationship Type="http://schemas.openxmlformats.org/officeDocument/2006/relationships/notesMaster" Target="/ppt/notesMasters/notesMaster1.xml" Id="Rd6e85d5204c1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results/random10_locked/figures/Figure4_ROC_confusion_all25.svg</a:t>
            </a:r>
          </a:p>
          <a:p xmlns:a="http://schemas.openxmlformats.org/drawingml/2006/main">
            <a:r>
              <a:t>- Locked protocol: stratified random 80:20; development-only 10-fold CV; one independent-test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results/random10_locked/figures/Figure5_performance_all25.svg</a:t>
            </a:r>
          </a:p>
          <a:p xmlns:a="http://schemas.openxmlformats.org/drawingml/2006/main">
            <a:r>
              <a:t>- Locked protocol: stratified random 80:20; development-only 10-fold CV; one independent-test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results/random10_locked/figures/FigureS_AD_Tanimoto_applicability.svg</a:t>
            </a:r>
          </a:p>
          <a:p xmlns:a="http://schemas.openxmlformats.org/drawingml/2006/main">
            <a:r>
              <a:t>- Locked protocol: stratified random 80:20; development-only 10-fold CV; one independent-test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b81592a4d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1544e8b1f4f03" /><Relationship Type="http://schemas.openxmlformats.org/officeDocument/2006/relationships/slideLayout" Target="/ppt/slideLayouts/slideLayout1.xml" Id="Rcaf82d89b2c9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82d89b2c9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5a17c413443bb" /><Relationship Type="http://schemas.openxmlformats.org/officeDocument/2006/relationships/image" Target="/ppt/media/image.png" Id="R8e2f40b7a3394e07" /><Relationship Type="http://schemas.openxmlformats.org/officeDocument/2006/relationships/image" Target="/ppt/media/image.svg" Id="R56cb7b1722ac4a6b" /><Relationship Type="http://schemas.openxmlformats.org/officeDocument/2006/relationships/notesSlide" Target="/ppt/notesSlides/notesSlide1.xml" Id="R570f8366bb96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8697bfca94465" /><Relationship Type="http://schemas.openxmlformats.org/officeDocument/2006/relationships/image" Target="/ppt/media/image2.png" Id="R5ce67acc619743b5" /><Relationship Type="http://schemas.openxmlformats.org/officeDocument/2006/relationships/image" Target="/ppt/media/image2.svg" Id="R0e6101bbcf1a4155" /><Relationship Type="http://schemas.openxmlformats.org/officeDocument/2006/relationships/notesSlide" Target="/ppt/notesSlides/notesSlide2.xml" Id="Rdd5c826a2b5e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195e3f1824f47" /><Relationship Type="http://schemas.openxmlformats.org/officeDocument/2006/relationships/image" Target="/ppt/media/image3.png" Id="Rced4ea23e2e5418f" /><Relationship Type="http://schemas.openxmlformats.org/officeDocument/2006/relationships/image" Target="/ppt/media/image3.svg" Id="R00aa8d6934af4fdd" /><Relationship Type="http://schemas.openxmlformats.org/officeDocument/2006/relationships/notesSlide" Target="/ppt/notesSlides/notesSlide3.xml" Id="R65d82a4669bf44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f40b7a3394e07">
            <a:extLst>
              <a:ext uri="{96DAC541-7B7A-43D3-8B79-37D633B846F1}">
                <asvg:svgBlip xmlns:asvg="http://schemas.microsoft.com/office/drawing/2016/SVG/main" r:embed="R56cb7b1722ac4a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6181" y="266700"/>
            <a:ext cx="11539638" cy="8610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21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67acc619743b5">
            <a:extLst>
              <a:ext uri="{96DAC541-7B7A-43D3-8B79-37D633B846F1}">
                <asvg:svgBlip xmlns:asvg="http://schemas.microsoft.com/office/drawing/2016/SVG/main" r:embed="R0e6101bbcf1a41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62629" y="266700"/>
            <a:ext cx="7866742" cy="8610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2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4ea23e2e5418f">
            <a:extLst>
              <a:ext uri="{96DAC541-7B7A-43D3-8B79-37D633B846F1}">
                <asvg:svgBlip xmlns:asvg="http://schemas.microsoft.com/office/drawing/2016/SVG/main" r:embed="R00aa8d6934af4f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6700" y="1649713"/>
            <a:ext cx="11658600" cy="58445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26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2026-08-10T09:11:33.7560000Z</dcterms:created>
  <dcterms:modified xsi:type="dcterms:W3CDTF">2026-08-10T09:11:33.7560000Z</dcterms:modified>
</coreProperties>
</file>